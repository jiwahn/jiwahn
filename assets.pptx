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5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4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65C95-DEB6-40C1-AEAD-649A0DD34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E4ACAA-5FBB-43DA-9CA0-B8DCF761D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8871ED-897A-45D7-8224-4F84CA82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C3C71E-8D9F-4ABF-9D11-D90CFDAB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E1007F-5BCE-429C-A382-896C2432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56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44997-F4F7-458B-9EFB-5466CEAE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3F0E16-8B22-4479-8FD9-D78CD944F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569E7A-64BF-4531-B91E-06D81ABE0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DD1332-BB02-456F-AF1B-78320CD4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5FDC3D-E417-4B4F-87FC-3A03E334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96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16E5F-D5D4-4D0B-A487-721C7682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F48451-B521-469D-8951-BAC756FF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173C0C-7E23-4618-ACF2-DC1349AC0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BD357C-1FD1-4529-9E52-A5F11DD5D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37406C-B9A8-4D30-B449-1F26FDD6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948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D85AE-A179-4288-9945-A081B276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3DA9A0-26EF-4F04-B75A-8337DBB71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15B59E-32A6-4433-9EC0-30C036267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88F419-E307-40CC-8A6F-4163DA38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354B5B-6BF7-45D8-ABFD-93EB10AB9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444684-D125-497F-B813-48CF865F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428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3A425-BEAB-40A0-8112-763AA457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D7010C-F175-4F30-93A5-9FABB752F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D18B76-2D10-4D62-AD00-0AAF2DDE3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7AE51B-0EEE-4C67-8F10-C1C586933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DD4D9B-CB44-4478-B521-6004724CC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84567B-951B-4ECB-AB88-EA6468DA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D89B13-3B48-4DE0-A733-FF041569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A56740A-EA77-4C9E-8719-EFCBE58B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47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CAE4E-4117-4AB5-AFAF-29C7891FD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51C99E-1BBB-4C96-AA40-B8A77CFC0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BF0882-36C7-499E-AD4E-F9E12586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9D356C-A0A6-45D1-9058-4A56456B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68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4EFFB7-983C-41F5-9AD4-146675D3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A06E2B-E2F5-40AC-B670-A09B3811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E4D2C-C275-4F86-B0B5-AD5689AD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72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B5BD3C-FCF1-4232-9ACF-6A6920C3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A00BA7-4115-4D17-8DBB-F50E9EEB2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78D12F-AF49-4BF3-BC0C-40F374122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C0E57B-1DFF-4434-9A35-F21EE1D7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EADA24-473D-459E-AEC3-E7CCE7A2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B0D75B-A676-4F89-A260-6001ABB5D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90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16F58-752C-436F-B77F-CC2388B81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B7B5EA-B3B3-43F9-8F5D-0D67DD773C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5C35DC-240E-4F73-B0E9-E17219B18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037C78-307F-410D-8F07-B47F7EE0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DE4071-6AED-4F64-A129-D7091E47D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929654-F658-4C00-B569-C18D11D5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36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6A8D3A-BFE0-4489-88D5-8E231B81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3F9939-B2F4-42AA-A8CB-B3F67B576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224A9C-1D14-4097-9DA9-2B83D5419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951FE-FA15-4729-8631-6546F518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688899-646D-472B-B079-B1F8B773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95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C61E88-3630-43CF-A4F6-502E8358C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1F7B3D-8DC5-4DC7-811A-3E8A3235C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FD2254-33D0-4013-AFEC-46CEFB7C6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6399B6-81FF-4B5A-9EA9-805BFA26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2094DC-ACEA-43AA-80E7-3264BD588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75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02E01A8-1AB2-4E70-92F7-C5FBF822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7997A5-35AE-456E-8241-0C82082BA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A12D9-FFDF-40E3-8391-62EBD0DD8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B0AAC-FA84-4103-9D43-75F6BEE20F3F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F97F66-403F-4DFA-AFD8-11E4A04C97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604011-D609-4C12-B465-6A2FF18B0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D9D8F-B594-43FF-BD6C-D0E46250F9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03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03A3423-AFC6-46AA-9ED2-C39957194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344" y="1982688"/>
            <a:ext cx="3906208" cy="35155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181796-2C2D-4C40-86F4-45D9ACD2B4D0}"/>
              </a:ext>
            </a:extLst>
          </p:cNvPr>
          <p:cNvSpPr txBox="1"/>
          <p:nvPr/>
        </p:nvSpPr>
        <p:spPr>
          <a:xfrm>
            <a:off x="4666070" y="3698427"/>
            <a:ext cx="16722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Early GameBoy" panose="00000400000000000000" pitchFamily="2" charset="0"/>
              </a:rPr>
              <a:t>...Don‘t panic!</a:t>
            </a:r>
            <a:endParaRPr lang="ko-KR" altLang="en-US" sz="800" dirty="0">
              <a:latin typeface="Early GameBoy" panose="00000400000000000000" pitchFamily="2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AA6DB4A-55D5-4844-B0A3-973F22A24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700" y1="31100" x2="36204" y2="31978"/>
                        <a14:foregroundMark x1="36204" y1="31978" x2="28947" y2="22488"/>
                        <a14:foregroundMark x1="28947" y1="22488" x2="29665" y2="19936"/>
                        <a14:foregroundMark x1="37480" y1="16507" x2="41946" y2="18581"/>
                        <a14:foregroundMark x1="45853" y1="32217" x2="31818" y2="25758"/>
                        <a14:foregroundMark x1="31818" y1="25758" x2="38118" y2="19537"/>
                        <a14:foregroundMark x1="38118" y1="19537" x2="46730" y2="21132"/>
                        <a14:foregroundMark x1="46730" y1="21132" x2="46571" y2="32057"/>
                        <a14:foregroundMark x1="46571" y1="32057" x2="42344" y2="33971"/>
                        <a14:foregroundMark x1="63397" y1="35008" x2="52313" y2="26794"/>
                        <a14:foregroundMark x1="52313" y1="26794" x2="58533" y2="21372"/>
                        <a14:foregroundMark x1="58533" y1="21372" x2="64833" y2="30941"/>
                        <a14:foregroundMark x1="64833" y1="30941" x2="64753" y2="31180"/>
                        <a14:foregroundMark x1="56220" y1="43062" x2="46093" y2="45933"/>
                        <a14:foregroundMark x1="46093" y1="45933" x2="41388" y2="36762"/>
                        <a14:foregroundMark x1="41388" y1="36762" x2="51276" y2="37879"/>
                        <a14:foregroundMark x1="51276" y1="37879" x2="51196" y2="43620"/>
                        <a14:foregroundMark x1="56380" y1="44817" x2="43860" y2="33892"/>
                        <a14:foregroundMark x1="47209" y1="28070" x2="50478" y2="35566"/>
                        <a14:foregroundMark x1="50638" y1="41946" x2="44817" y2="43780"/>
                        <a14:backgroundMark x1="12041" y1="5821" x2="7257" y2="14673"/>
                        <a14:backgroundMark x1="7257" y1="14673" x2="14514" y2="11802"/>
                        <a14:backgroundMark x1="14514" y1="11802" x2="11483" y2="9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556" y="2216340"/>
            <a:ext cx="1217583" cy="121758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A02860C-1BF1-425D-BE35-96763B4813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7815" y1="37959" x2="39155" y2="39234"/>
                        <a14:foregroundMark x1="39155" y1="39234" x2="36284" y2="51116"/>
                        <a14:foregroundMark x1="36284" y1="51116" x2="32217" y2="57974"/>
                        <a14:foregroundMark x1="32217" y1="57974" x2="32775" y2="75678"/>
                        <a14:foregroundMark x1="32775" y1="75678" x2="39713" y2="79506"/>
                        <a14:foregroundMark x1="39713" y1="79506" x2="52711" y2="80781"/>
                        <a14:foregroundMark x1="52711" y1="80781" x2="60686" y2="77592"/>
                        <a14:foregroundMark x1="60686" y1="77592" x2="68979" y2="70175"/>
                        <a14:foregroundMark x1="68979" y1="70175" x2="69617" y2="57974"/>
                        <a14:foregroundMark x1="69617" y1="57974" x2="60447" y2="36523"/>
                        <a14:foregroundMark x1="60447" y1="36523" x2="56140" y2="37959"/>
                        <a14:foregroundMark x1="59888" y1="78070" x2="51834" y2="81818"/>
                        <a14:foregroundMark x1="51834" y1="81818" x2="39394" y2="79266"/>
                        <a14:foregroundMark x1="39394" y1="79266" x2="33892" y2="67145"/>
                        <a14:foregroundMark x1="33892" y1="67145" x2="33812" y2="55263"/>
                        <a14:foregroundMark x1="33812" y1="55263" x2="42185" y2="40670"/>
                        <a14:foregroundMark x1="42185" y1="40670" x2="54705" y2="35726"/>
                        <a14:foregroundMark x1="54705" y1="35726" x2="62839" y2="46013"/>
                        <a14:foregroundMark x1="62839" y1="46013" x2="65311" y2="72169"/>
                        <a14:foregroundMark x1="65311" y1="72169" x2="61324" y2="79266"/>
                        <a14:foregroundMark x1="61324" y1="79266" x2="59091" y2="79187"/>
                        <a14:foregroundMark x1="61085" y1="62600" x2="53987" y2="64035"/>
                        <a14:foregroundMark x1="53987" y1="64035" x2="53270" y2="45056"/>
                        <a14:foregroundMark x1="53270" y1="45056" x2="54625" y2="59171"/>
                        <a14:foregroundMark x1="54625" y1="59171" x2="49841" y2="62839"/>
                        <a14:foregroundMark x1="55821" y1="68501" x2="48006" y2="53349"/>
                        <a14:foregroundMark x1="48006" y1="53349" x2="51675" y2="67464"/>
                        <a14:foregroundMark x1="51675" y1="67464" x2="48166" y2="69777"/>
                        <a14:foregroundMark x1="55582" y1="75120" x2="46970" y2="74482"/>
                        <a14:foregroundMark x1="46970" y1="74482" x2="37081" y2="56061"/>
                        <a14:foregroundMark x1="37081" y1="56061" x2="47528" y2="61882"/>
                        <a14:foregroundMark x1="47528" y1="61882" x2="43939" y2="72329"/>
                        <a14:foregroundMark x1="43939" y1="72329" x2="40909" y2="74801"/>
                        <a14:foregroundMark x1="59011" y1="80223" x2="51834" y2="80702"/>
                        <a14:foregroundMark x1="51834" y1="80702" x2="37560" y2="64514"/>
                        <a14:foregroundMark x1="37560" y1="64514" x2="36443" y2="33413"/>
                        <a14:foregroundMark x1="36443" y1="33413" x2="44817" y2="25199"/>
                        <a14:foregroundMark x1="44817" y1="25199" x2="49362" y2="23684"/>
                        <a14:foregroundMark x1="57097" y1="35486" x2="54785" y2="27831"/>
                        <a14:foregroundMark x1="54785" y1="27831" x2="57974" y2="40112"/>
                        <a14:foregroundMark x1="57974" y1="40112" x2="57576" y2="40271"/>
                        <a14:foregroundMark x1="57496" y1="40590" x2="53589" y2="23844"/>
                        <a14:foregroundMark x1="53589" y1="23844" x2="59729" y2="37002"/>
                        <a14:foregroundMark x1="59729" y1="37002" x2="57815" y2="40670"/>
                        <a14:foregroundMark x1="53110" y1="29984" x2="54067" y2="305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139" y="2522898"/>
            <a:ext cx="1217583" cy="12175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2E3F93E-FB8C-4E71-8ED0-67395774A7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014" y="2741845"/>
            <a:ext cx="1172026" cy="117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41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Early GameBoy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ikwydls1314@gmail.com</dc:creator>
  <cp:lastModifiedBy>ikwydls1314@gmail.com</cp:lastModifiedBy>
  <cp:revision>8</cp:revision>
  <dcterms:created xsi:type="dcterms:W3CDTF">2026-05-06T02:18:41Z</dcterms:created>
  <dcterms:modified xsi:type="dcterms:W3CDTF">2026-05-06T05:35:55Z</dcterms:modified>
</cp:coreProperties>
</file>